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Inter Semi Bold"/>
      <p:regular r:id="rId13"/>
    </p:embeddedFont>
    <p:embeddedFont>
      <p:font typeface="Inter Semi Bold"/>
      <p:regular r:id="rId14"/>
    </p:embeddedFont>
    <p:embeddedFont>
      <p:font typeface="Inter Semi Bold"/>
      <p:regular r:id="rId15"/>
    </p:embeddedFont>
    <p:embeddedFont>
      <p:font typeface="Inter Semi Bold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04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Hackathon Pitch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34499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Promon Lens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988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mobile security conversations from abstract to actionable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81757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Security is abstract. Value is hard to see.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675727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mobile security sales, the biggest barrier isn't the product—it's helping customers understand why they need it. When threats feel theoretical and protection seems invisible, closing deals becomes an uphill battle.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3588"/>
            <a:ext cx="7901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Challenge We're Solving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5995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CCDFFF"/>
          </a:solidFill>
          <a:ln w="7620">
            <a:solidFill>
              <a:srgbClr val="B2C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48042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4C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66747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Invisible Threats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7810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struggle to identify which specific threats target their unique applications and business models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245995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CCDFFF"/>
          </a:solidFill>
          <a:ln w="7620">
            <a:solidFill>
              <a:srgbClr val="B2C5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48042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4C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66747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Time Drain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87810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Engineers spend valuable meeting time explaining basic security concepts rather than demonstrating concrete value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245995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CCDFFF"/>
          </a:solidFill>
          <a:ln w="7620">
            <a:solidFill>
              <a:srgbClr val="B2C5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48042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4CD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66747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Disconnected Tools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87810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Promon Insight appears as an optional add-on instead of showcasing its power as a core security intelligence platform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819299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3CE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6163389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610278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Conversations stall before they begin—or never start at all. Prospects remain unconvinced, and opportunities slip away.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81432"/>
            <a:ext cx="49249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Solution: Promon Lens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176605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80190" y="2051566"/>
            <a:ext cx="3705582" cy="22860"/>
          </a:xfrm>
          <a:prstGeom prst="rect">
            <a:avLst/>
          </a:prstGeom>
          <a:solidFill>
            <a:srgbClr val="004CD1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2188012"/>
            <a:ext cx="31894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Personalized Threat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2558534"/>
            <a:ext cx="3705582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mobile security tangible by demonstrating exactly how threats apply to each customer's specific application and industry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30909" y="176605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130909" y="2051566"/>
            <a:ext cx="3705701" cy="22860"/>
          </a:xfrm>
          <a:prstGeom prst="rect">
            <a:avLst/>
          </a:prstGeom>
          <a:solidFill>
            <a:srgbClr val="004CD1"/>
          </a:solidFill>
          <a:ln/>
        </p:spPr>
      </p:sp>
      <p:sp>
        <p:nvSpPr>
          <p:cNvPr id="10" name="Text 7"/>
          <p:cNvSpPr/>
          <p:nvPr/>
        </p:nvSpPr>
        <p:spPr>
          <a:xfrm>
            <a:off x="10130909" y="218801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Portfolio Mapping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130909" y="2558534"/>
            <a:ext cx="370570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illustrate how Promon's comprehensive security portfolio directly mitigates the identified threats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80190" y="3884652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80190" y="4170164"/>
            <a:ext cx="7556421" cy="22860"/>
          </a:xfrm>
          <a:prstGeom prst="rect">
            <a:avLst/>
          </a:prstGeom>
          <a:solidFill>
            <a:srgbClr val="004CD1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43066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Automated Briefings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80190" y="4677132"/>
            <a:ext cx="75564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precise, to-the-point briefing documents automatically—no manual research required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80190" y="564403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Sales Enablement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80190" y="6072664"/>
            <a:ext cx="3556873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Promon's portfolio to the customer's app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meeting even starts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ensuring productive, value-focused conversations from minute one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287357" y="564403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Demand Generation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287357" y="6072664"/>
            <a:ext cx="3556873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self-guided app analysis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 on the Promon website, letting prospects discover their vulnerabilities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038"/>
            <a:ext cx="570357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Value &amp; Business Impact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93069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Customer Value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93790" y="2341305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5" name="Text 3"/>
          <p:cNvSpPr/>
          <p:nvPr/>
        </p:nvSpPr>
        <p:spPr>
          <a:xfrm>
            <a:off x="1053941" y="2238851"/>
            <a:ext cx="264247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Clarity on Real Threats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53941" y="2703909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which threats actually matter for their specific application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3790" y="3704570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8" name="Text 6"/>
          <p:cNvSpPr/>
          <p:nvPr/>
        </p:nvSpPr>
        <p:spPr>
          <a:xfrm>
            <a:off x="1053941" y="3602117"/>
            <a:ext cx="246507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Clear Protection Path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53941" y="4067175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precisely how Promon's solutions mitigate their unique threat landscape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3790" y="5067836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11" name="Text 9"/>
          <p:cNvSpPr/>
          <p:nvPr/>
        </p:nvSpPr>
        <p:spPr>
          <a:xfrm>
            <a:off x="1053941" y="4965383"/>
            <a:ext cx="258758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Real-Time Intelligence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53941" y="5430441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Promon Insight to observe actual attacks and emerging trends in production environments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790" y="6431101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3941" y="6328648"/>
            <a:ext cx="261175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53941" y="6793706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informed, evidence-based security investments with confidence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57968" y="1693069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Promon Value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7557968" y="2341305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2238851"/>
            <a:ext cx="319004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Faster Value Conversations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818120" y="2703909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the education phase and jump directly into meaningful discussions about protection and ROI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57968" y="3704570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3602117"/>
            <a:ext cx="296037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Earlier Insight Positioning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818120" y="4067175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Promon Insight as essential from day one rather than an afterthought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57968" y="5067836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49653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Scalable Asset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7818120" y="5430441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repeatable, scalable resource for both pre-sales engagement and post-sales success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57968" y="6431101"/>
            <a:ext cx="96322" cy="96322"/>
          </a:xfrm>
          <a:prstGeom prst="roundRect">
            <a:avLst>
              <a:gd name="adj" fmla="val 474658"/>
            </a:avLst>
          </a:prstGeom>
          <a:solidFill>
            <a:srgbClr val="004CD1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63286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33333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Competitive Edge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818120" y="6793706"/>
            <a:ext cx="602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stronger market differentiation through personalized, app-specific conversations from the very first interaction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79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Promon Lens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8689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Turn security from abstract concepts into app-specific insight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603992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making threats visible and mitigation tangible, Promon Lens transforms how companies understand and invest in mobile security—creating faster sales cycles, stronger customer relationships, and measurable business impact.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2026-01-22T09:31:23Z</dcterms:created>
  <dcterms:modified xsi:type="dcterms:W3CDTF">2026-01-22T09:31:23Z</dcterms:modified>
</cp:coreProperties>
</file>